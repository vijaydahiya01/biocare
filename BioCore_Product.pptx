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9" r:id="rId20"/>
    <p:sldId id="257" r:id="rId8"/>
    <p:sldId id="270" r:id="rId21"/>
    <p:sldId id="271" r:id="rId22"/>
    <p:sldId id="272" r:id="rId23"/>
    <p:sldId id="273" r:id="rId24"/>
    <p:sldId id="263" r:id="rId14"/>
    <p:sldId id="264" r:id="rId15"/>
    <p:sldId id="265" r:id="rId16"/>
    <p:sldId id="274" r:id="rId25"/>
    <p:sldId id="275" r:id="rId2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PLAIN-ENGLISH GUIDE  |  FOR SCHOOLS &amp; COLLEGES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800 children.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Fifteen minutes.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No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1264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Attendance taken as they walk through the gate. Parents told when a child does not</a:t>
            </a:r>
          </a:p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arrive. And at 3pm, proof that the right adult collected the right child.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19456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271248" y="25786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426696" y="27340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632436" y="280720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2646152" y="296265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304520" y="265176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Arrival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4520" y="30906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Marked present without stopping.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0" y="4526279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271248" y="49103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2481560" y="508406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12426696" y="5394959"/>
            <a:ext cx="438912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304520" y="4983479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Absence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4520" y="54223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parent hears before first period.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68580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27124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444984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664440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426696" y="77449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304520" y="73152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Pickup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04520" y="77541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Only the listed guardian collects.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MORNING YOU HAVE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Roll call eats the first lesson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Every class loses eight to ten minutes a day to a register. Across thirty sections that is four hours of teaching, gone, every single day — and the register still cannot tell you who is inside the building right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93876" y="6601968"/>
            <a:ext cx="27432" cy="1645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307592" y="6757416"/>
            <a:ext cx="128015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gate crush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Eight hundred children arrive inside a fifteen-minute window. Any system that stops each child individually simply creates a queue down the road.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6163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7034784" y="667512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34784" y="676655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Proxy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colleges especially, a friend answers for an absent student. The register records a lie and nobody can check it afterwards.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8026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99972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12761976" y="6876288"/>
            <a:ext cx="438912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3pm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stranger says he is the uncle. The guard has a photocopied list and thirty seconds to decide. This is the risk that actually frightens a principal.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YOU CHOOSE HOW STRICT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It does not have to stop anybody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463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people assume a face system exists to refuse people. It does not have to.</a:t>
            </a:r>
          </a:p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same cameras run either way — and one door can be open while another is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4C1D95"/>
                </a:solidFill>
                <a:latin typeface="Consolas"/>
              </a:rPr>
              <a:t>OPEN MODE  —  NOBODY IS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4C1D95"/>
                </a:solidFill>
                <a:latin typeface="Segoe UI"/>
              </a:rPr>
              <a:t>The gate never says 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Every child walks through, always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Attendance and a live headcount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Alerts only where you ask for them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6B6480"/>
                </a:solidFill>
                <a:latin typeface="Consolas"/>
              </a:rPr>
              <a:t>CONTROLLED MODE  —  THE DOOR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Only the right people pass.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0412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Hostels, labs, exam halls, stores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0412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Rules by zone, role and time of 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412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 can always override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7190720" cy="4206240"/>
          </a:xfrm>
          <a:prstGeom prst="roundRect">
            <a:avLst>
              <a:gd name="adj" fmla="val 35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554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4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006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The camera measures the face, turns those measurements into an encrypted</a:t>
            </a:r>
          </a:p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biometric template, and discards the picture. Only the template is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92240"/>
            <a:ext cx="3017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87551" y="6958583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106423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52728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115567" y="7269479"/>
            <a:ext cx="182880" cy="0"/>
          </a:xfrm>
          <a:prstGeom prst="line">
            <a:avLst/>
          </a:prstGeom>
          <a:ln w="1905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9072" y="693115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21C36"/>
                </a:solidFill>
                <a:latin typeface="Segoe UI"/>
              </a:rPr>
              <a:t>The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733348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480"/>
                </a:solidFill>
                <a:latin typeface="Segoe UI"/>
              </a:rPr>
              <a:t>at the camera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7333488"/>
            <a:ext cx="868680" cy="0"/>
          </a:xfrm>
          <a:prstGeom prst="line">
            <a:avLst/>
          </a:prstGeom>
          <a:ln w="22860">
            <a:solidFill>
              <a:srgbClr val="6B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6480"/>
                </a:solidFill>
                <a:latin typeface="Consolas"/>
              </a:rPr>
              <a:t>measures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649224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68580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a7f3  c19e  44b2  8d05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71688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e6b1  902c  7fd4 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7571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21C36"/>
                </a:solidFill>
                <a:latin typeface="Segoe UI"/>
              </a:rPr>
              <a:t>Encrypted biometric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7863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Segoe UI"/>
              </a:rPr>
              <a:t>encrypted at rest, never an image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7333488"/>
            <a:ext cx="868680" cy="0"/>
          </a:xfrm>
          <a:prstGeom prst="line">
            <a:avLst/>
          </a:prstGeom>
          <a:ln w="279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D28D9"/>
                </a:solidFill>
                <a:latin typeface="Consolas"/>
              </a:rPr>
              <a:t>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492240"/>
            <a:ext cx="3108960" cy="169164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893808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076688" y="7141464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149840" y="6976872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71632" y="68945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4C1D95"/>
                </a:solidFill>
                <a:latin typeface="Segoe UI"/>
              </a:rPr>
              <a:t>Vaulted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727862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encrypted,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per 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04520" y="6400800"/>
            <a:ext cx="0" cy="1874519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944600" y="610819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80">
                <a:solidFill>
                  <a:srgbClr val="C8011A"/>
                </a:solidFill>
                <a:latin typeface="Consolas"/>
              </a:rPr>
              <a:t>MEANWHILE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649224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4264640" y="687628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011A"/>
                </a:solidFill>
                <a:latin typeface="Segoe UI"/>
              </a:rPr>
              <a:t>The photograph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727862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of a child is deleted at that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same moment — never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CHILDREN, CONSENT AND THE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child's face needs a parent's permission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Designed around the DPDP requirements for children's personal data. The Rules were notified in November 2025 with phased commencement, so treat this as the design we build to — not a claim that one slide makes a deployment compliant.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parent consents, not the 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Enrolment requires a verifiable parental consent,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recorded and timestamped — not a line in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prospectus nobody read.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16280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6925056" y="6876288"/>
            <a:ext cx="438911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Consent can be taken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parent withdraws and the template is deleted.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Families who decline are never enrolled, and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non-biometric register runs alongside.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tracking of children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Arrival and departure only — the same events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paper register holds. No movement history, no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behaviour profile, no stored video.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8942832"/>
            <a:ext cx="1719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spc="60">
                <a:solidFill>
                  <a:srgbClr val="4C1D95"/>
                </a:solidFill>
                <a:latin typeface="Consolas"/>
              </a:rPr>
              <a:t>Verifiable parental consent   ·   Purpose-limited processing   ·   Consent withdrawal   ·   Non-biometric alternative   ·   No behavioural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camera, three different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Priya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806440"/>
            <a:ext cx="4663439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Walks in without a card or a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Never marked absent by mistake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to lose, forget or lend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25880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Her photo is never stored anywhere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5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TEACHER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Mr Rao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5806440"/>
            <a:ext cx="4663441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5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1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Gets back ten minutes of every lesson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1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register that is already complete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Sees who is genuinely absent, instantly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5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1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machine to operate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57299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PRINCIPAL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299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Mrs Nair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572999" y="5806440"/>
            <a:ext cx="46634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57299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93875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Proof of who collected which child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299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93875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live headcount in any emergency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7299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93875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Parent messages sent automatically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7299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93875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defensible answer on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door, two weeks, then decide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Nobody should buy this for a whole campus on day one. Prove it on a single entrance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Start at the main entrance with a single tablet. Nothing is drilled and nothing else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632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1037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1037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37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037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 one year group with parental consent. Roughly two hundred children, one afternoon.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401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68806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8806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Run both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06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For two weeks the paper register runs alongside. Compare them daily.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170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406575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06575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575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Then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575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If the two match, extend. If they do not, you have lost a tablet and a fortnight.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Ask any vendor to run a fortnight in parallel with your existing register. A confident one will agree.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1148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register fills itself.</a:t>
            </a:r>
          </a:p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gate stays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Attendance without the queue, absence alerts to parents, and proof of who collected whom.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Ten minutes of roll call per class, proxy attendance, and a pickup process that currently relies on a guard recognising 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5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does not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stop children entering, and it does not keep a photograph of anybody's child.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1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7299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How to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299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tablet, one gate, one year group, two weeks running alongside your existing register.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IS BIOCORE?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800" b="0" spc="300">
                <a:solidFill>
                  <a:srgbClr val="221C36"/>
                </a:solidFill>
                <a:latin typeface="Segoe UI Light"/>
              </a:rPr>
              <a:t>BIOCORE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4C1D95"/>
                </a:solidFill>
                <a:latin typeface="Segoe UI Light"/>
              </a:rPr>
              <a:t>Face-based identity for schools &amp; colleges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BioCore identifies students, staff and authorised guardians using a face at physical touchpoints across a campus.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32120"/>
            <a:ext cx="17190720" cy="1783080"/>
          </a:xfrm>
          <a:prstGeom prst="roundRect">
            <a:avLst>
              <a:gd name="adj" fmla="val 4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4C1D95"/>
                </a:solidFill>
                <a:latin typeface="Segoe UI Light"/>
              </a:rPr>
              <a:t>A student can walk through the school gate normally.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6629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6629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fingerprint machine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6629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QR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24560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0" y="6629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stopping in a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635240"/>
            <a:ext cx="1481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A4265"/>
                </a:solidFill>
                <a:latin typeface="Segoe UI"/>
              </a:rPr>
              <a:t>BioCore recognises the student and creates a verified IN / OUT event automatically.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8183879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21C36"/>
                </a:solidFill>
                <a:latin typeface="Segoe UI Light"/>
              </a:rPr>
              <a:t>Attendance is only the first use case.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One identity layer for attendance, pickup, transport, hostels, exams and controlled campus areas.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SIMPLEST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student walks into school. BioCore knows who arrived.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The whole sequence below happens while the student keeps walking.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07:45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Student enters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58064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camera sees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student as they walk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through the gate.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753611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6908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STEP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BioCore verifies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58064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face is matched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against the enrolled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biometric template.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7274051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STEP THREE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An arrival event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8" y="58521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1584" y="5779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1C36"/>
                </a:solidFill>
                <a:latin typeface="Consolas"/>
              </a:rPr>
              <a:t>Student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82128" y="61813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4" y="6108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1C36"/>
                </a:solidFill>
                <a:latin typeface="Consolas"/>
              </a:rPr>
              <a:t>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65105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4" y="64373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1C36"/>
                </a:solidFill>
                <a:latin typeface="Consolas"/>
              </a:rPr>
              <a:t>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2128" y="68397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4" y="67665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1C36"/>
                </a:solidFill>
                <a:latin typeface="Consolas"/>
              </a:rPr>
              <a:t>IN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0794492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10996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02568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STEP FOUR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02568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Attendance fills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02568" y="58064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student is marked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present in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school's system.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4314932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463040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923008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STEP FIVE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23008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The parent knows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23008" y="58064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“Aarav arrived at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school at 07:45.”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7726679"/>
            <a:ext cx="17190720" cy="11887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8046720"/>
            <a:ext cx="1463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4C1D95"/>
                </a:solidFill>
                <a:latin typeface="Segoe UI Light"/>
              </a:rPr>
              <a:t>The child does not need to do anything.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WHY THIS IS NOT AN ATTENDANCE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Students should not queue at an attendance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Every other system makes the child stop and do something. That is what creates the queue at the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537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55371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WHAT THE STUDENT DOES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86460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06577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1C36"/>
                </a:solidFill>
                <a:latin typeface="Segoe UI"/>
              </a:rPr>
              <a:t>Fingerprint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065776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6B6480"/>
                </a:solidFill>
                <a:latin typeface="Segoe UI"/>
              </a:rPr>
              <a:t>Touch the machine   →   Wait your turn   →  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1C36"/>
                </a:solidFill>
                <a:latin typeface="Segoe UI"/>
              </a:rPr>
              <a:t>RFID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577840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6B6480"/>
                </a:solidFill>
                <a:latin typeface="Segoe UI"/>
              </a:rPr>
              <a:t>Carry a card   →   Tap it   →  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89904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1C36"/>
                </a:solidFill>
                <a:latin typeface="Segoe UI"/>
              </a:rPr>
              <a:t>QR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6089904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6B6480"/>
                </a:solidFill>
                <a:latin typeface="Segoe UI"/>
              </a:rPr>
              <a:t>Open the code   →   Scan it   →  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60196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1C36"/>
                </a:solidFill>
                <a:latin typeface="Segoe UI"/>
              </a:rPr>
              <a:t>Face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6601968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6B6480"/>
                </a:solidFill>
                <a:latin typeface="Segoe UI"/>
              </a:rPr>
              <a:t>Stand one-by-one   →   Look at the device   →   Attendance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7004304"/>
            <a:ext cx="17190720" cy="512064"/>
          </a:xfrm>
          <a:prstGeom prst="roundRect">
            <a:avLst>
              <a:gd name="adj" fmla="val 1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711403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4C1D95"/>
                </a:solidFill>
                <a:latin typeface="Segoe UI"/>
              </a:rPr>
              <a:t>BioCore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7114032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4C1D95"/>
                </a:solidFill>
                <a:latin typeface="Segoe UI"/>
              </a:rPr>
              <a:t>Walk normally   →   Recognised automatically   →   Attendance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7589520"/>
            <a:ext cx="55138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7882127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>
                <a:solidFill>
                  <a:srgbClr val="221C36"/>
                </a:solidFill>
                <a:latin typeface="Segoe UI"/>
              </a:rPr>
              <a:t>No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8375904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Students can enter in groups.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7589520"/>
            <a:ext cx="55138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7882127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>
                <a:solidFill>
                  <a:srgbClr val="221C36"/>
                </a:solidFill>
                <a:latin typeface="Segoe UI"/>
              </a:rPr>
              <a:t>Nothing to carry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8375904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No ID card, QR code or device.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225528" y="7589520"/>
            <a:ext cx="55138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09576" y="7882127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>
                <a:solidFill>
                  <a:srgbClr val="221C36"/>
                </a:solidFill>
                <a:latin typeface="Segoe UI"/>
              </a:rPr>
              <a:t>No teacher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09576" y="8375904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The event exists before the class begins.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BIOCORE IS NOT ONLY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One identity. Multiple campus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The same enrolment answers a different question at every touchpoint on a campus.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0474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01  GATE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46811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Who entered school,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28616" y="475488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50474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02  GUARDIAN PICKUP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546811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Who is authorised to collect this child?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475488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50474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03  SCHOOL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546811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Did the child board or leave the bus?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79424" y="475488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63472" y="50474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04  STAFF 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63472" y="546811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Teachers and staff, without a separate machine.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90372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719632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05  HOSTEL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761695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Student entry, exit and curfew records.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28616" y="690372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2664" y="719632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06  EXAMINATION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2664" y="761695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Is this the correct candidate?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690372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3496" y="719632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07  LABS &amp;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3496" y="761695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Who may enter this room?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79424" y="690372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063472" y="7287768"/>
            <a:ext cx="33284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BioCore creates a verified identity event wherever an institution needs to know who was physically here.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A COMPLETE SCHOOL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Morning to afternoon, one identity layer.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Every one of these moments is the same recognition, asked a different question.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303520"/>
            <a:ext cx="17190720" cy="0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07:30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School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Student boards. The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boarding is recorded.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07:45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35808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School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Student walks in.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Arrival is recorded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automatically.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2976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08:00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22976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Classroom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 teacher already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has attendance. Only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exceptions remain.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08:30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Absence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Who has not arrived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is known, and the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parent can be told.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97312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15:00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97312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97312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Pickup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97312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 adult collecting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 child can be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verified.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0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16:00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984480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98448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Late stay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0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Who is still inside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campus after hours.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71648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ANY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471648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471648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Emergency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71648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 live campus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headcount, on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demand.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7498079"/>
            <a:ext cx="17190720" cy="128016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7863840"/>
            <a:ext cx="1554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4C1D95"/>
                </a:solidFill>
                <a:latin typeface="Segoe UI Light"/>
              </a:rPr>
              <a:t>One identity layer, from the bus at 07:30 to a headcount in a drill.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HOW A SCHOOL CAN DEPLOY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You do not need to rebuild the school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Start small, and use the infrastructure that is already there wherever 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40599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30352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01  TABLET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7424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tablet on a 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3093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 tablet and a floor stand at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entrance. No civil work, no wiring,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nothing drilled.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726679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pilot.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4937760"/>
            <a:ext cx="40599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530352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02  EXISTING CCTV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57424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camera you 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63093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Where the angle and the light are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suitable, we read the school's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existing camera feed.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7726679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gate already covered.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4937760"/>
            <a:ext cx="40599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3496" y="530352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03  EXISTING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6" y="57424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gate you 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63093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Integrate with the sliding gate,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boom barrier or access door that is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already installed.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7726679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gate that works.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79424" y="4937760"/>
            <a:ext cx="40599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063472" y="530352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04  CONTROLLED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63472" y="57424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Turnstile or flap barrier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3472" y="63093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One person per pass, physically —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only where access control is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genuinely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3472" y="7726679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hostels, labs, exam halls.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A turnstile is rarely right for a school gate — it creates exactly the queue you are trying to remove.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BIOCORE ACTUALLY PROVIDES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BioCore is the identity-event engine.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It does one job: turn a face at a camera into a verified event that some other system can consume.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4059936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8006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INPUT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519379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" y="5468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394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Student / staff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5833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760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Face enrolment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6199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6126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Consent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65653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64922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Camera / gate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658868" y="62453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28616" y="4480560"/>
            <a:ext cx="4059936" cy="3749039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48006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BIOCORE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12664" y="5193792"/>
            <a:ext cx="3291840" cy="0"/>
          </a:xfrm>
          <a:prstGeom prst="line">
            <a:avLst/>
          </a:prstGeom>
          <a:ln w="127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12664" y="5468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7" y="5394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Face detection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12664" y="5833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0407" y="5760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Face matching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2664" y="6199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7" y="6126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Identity verification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12664" y="65653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7" y="64922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IN / OUT logic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12664" y="69311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7" y="685800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Gate &amp; camera management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12664" y="7296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0407" y="72237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Consent 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12664" y="76626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50407" y="75895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Event generation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9034272" y="62453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99448" y="4480560"/>
            <a:ext cx="4059936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83496" y="48006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OUTPUT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83496" y="519379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683496" y="5468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5394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Student 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83496" y="5833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5760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Timestamp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83496" y="6199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6126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Location / Gate ID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83496" y="65653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64922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IN / OUT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83496" y="69311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1240" y="685800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Verification status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13409676" y="62453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3679424" y="4480560"/>
            <a:ext cx="4059936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063472" y="48006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ANY ERP OR SCHOOL SYSTEM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4063472" y="519379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4063472" y="5468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301216" y="5394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Attendance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063472" y="5833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01216" y="5760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Parent notification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063472" y="6199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301216" y="6126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Transport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063472" y="65653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301216" y="64922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Reports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4063472" y="69311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301216" y="685800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Payroll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063472" y="7296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01216" y="72237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Access control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The same engine, whichever system the institution already runs and wants the event to land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