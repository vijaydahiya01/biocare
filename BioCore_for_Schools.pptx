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PLAIN-ENGLISH GUIDE  |  FOR SCHOOLS &amp;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800 children.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Fifteen minutes.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Attendance taken as they walk through the gate. Parents told when a child does not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arrive. And at 3pm, proof that the right adult collected the right child.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632436" y="28072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646152" y="29626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Arrival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Marked present without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81560" y="508406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12426696" y="5394959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hears before first period.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444984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64440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426696" y="77449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the listed guardian collects.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MORNING YOU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Roll call eats the first lesson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class loses eight to ten minutes a day to a register. Across thirty sections that is four hours of teaching, gone, every single day — and the register still cannot tell you who is inside the building right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crush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Eight hundred children arrive inside a fifteen-minute window. Any system that stops each child individually simply creates a queue down the road.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Proxy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colleges especially, a friend answers for an absent student. The register records a lie and nobody can check it afterwards.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3pm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stranger says he is the uncle. The guard has a photocopied list and thirty seconds to decide. This is the risk that actually frightens a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gate stays open. The register fills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For a school this is attendance and safeguarding — not security. Nobody is stopped at the gate. The camera simply notices who came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is 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walk through at their own pace, in groups, as they always have. No turnstile, no card, no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By the time the bell rings, every class list is complete and the teacher has not written a thing.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816840" y="654710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61976" y="6858000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Absence is noticed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child who has not arrived by the cut-off becomes a message to a parent,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your existing gate, or a turnstile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schools begin with one tablet at the main gate. A turnstile is rarely right for children — it creates exactly the queue you are trying to remove.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52881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88543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 floor stand or wall mount, facing the door. No civil work, no wiring, nothing drilled. Move it whenever you like.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62025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camera at the gate you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 already own. Add a camera and a small screen; the software opens what is already there.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a gate that already works, and you only want it to become smarter.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989320"/>
            <a:ext cx="5516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54710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74827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person per pass, physically. This is the only option that actually stops two people walking through on one face.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Best for: offices, factories, anywhere tailgating genuinely matters.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1440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Existing CCTV cameras can often be reused. Start with a tablet, prove it on one door, then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07:30 to 09:00, as it actually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900-pupil school, one main gate and one bus bay.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07:38  —  BUS BAY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Boarding is logged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are marked on and off the bus, so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school knows who actually travelled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was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07:44  —  MAIN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They walk straight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Groups of friends walk through together.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Nothing stops them. Attendance is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as they pass.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08:05  —  CLASSROOM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already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class teacher sees a completed list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has to confirm the two exceptions.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08:30  — 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Parents are told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Aarav has not arrived. His mother gets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message before the first lesson ends.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33688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Nobody was refused entry at any point in this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part that makes a principal 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Dismissal is the moment with real consequences — and the moment paper handles worst.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15:20  —  THE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adult collects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guard's screen shows the child's photo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is authorised to collect. An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unlisted adult is held, not turned away.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15:35  —  A COURT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barred parent is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Custody disputes are real. A named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watchlist alerts the office immediately —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nobody else.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16:00  —  LATE 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Who is still on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Clubs, coaching, detention — a live list of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every child still inside after hours.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ANY TIME  —  A DRILL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headcount in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Fire or earthquake: who is still in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building, as a list, not a guess.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BEYOND THE FRONT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same cameras, four more problems 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Once identity works at the gate, it works anywhere on campus you point a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EXAM HALLS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candidate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Impersonation in competitive exams is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real and expensive problem. Verify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candidate at the hall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HOSTELS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Night curfew, honestly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and out times that a warden does not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have to write down, and a resident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cannot argue with.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LABS &amp; WORKSHOPS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where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Chemistry stores, machine rooms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server rooms can be gated even while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campus stays open.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STAFF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Teachers too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gate covers teaching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support staff, and feeds payroll without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separate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gate never says 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Every child walks through,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Attendance and a live headcount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for a named watchlist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Only the right people pass.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Hostels, labs, exam halls, stores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Rules by zone, role and time of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can always 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Key Signature, and destroys the picture. Only that Key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383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1C36"/>
                </a:solidFill>
                <a:latin typeface="Segoe UI"/>
              </a:rPr>
              <a:t>Biometric Key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— and never a picture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of a child is deleted at that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same moment — never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CHILDREN, CONSENT AND THE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child's face needs a parent's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India's DPDP Act is stricter about children than about adults, and a school is exactly the setting a regulator will look at first. This is designed for that.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parent consents, not the 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Enrolment requires a verifiable parental consent, recorded and timestamped — not a line in a prospectus nobody 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6280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25056" y="6876288"/>
            <a:ext cx="438911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manual lane always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Families who decline are not excluded. A non-biometric register runs alongside, and their child is treated no differently.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tracking of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Arrival and departure only — the same events a paper register holds. No movement history, no behaviour profile, no stored video.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 without a card or a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Never marked absent by mistake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lose, forget or 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Her photo is never stored anywhere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 Rao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Gets back ten minutes of every lesson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register that is already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Sees who is genuinely absent, instantly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machine to operate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Mrs Nair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Proof of who collected which child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live headcount in any emergency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Parent messages sent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defensible answer on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Start at the main entrance with a single tablet. Nothing is drilled and nothing else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 one year group with parental consent. Roughly two hundred children, one afternoon.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Run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two weeks the paper register runs alongside. Compare them daily.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the two match, extend. If they do not, you have lost a tablet and a fortnight.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Ask any vendor to run a fortnight in parallel with your existing register. A confident one will agree.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Schools &amp;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register fills itself.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gate stays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Attendance without the queue, absence alerts to parents, and proof of who collected whom.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Ten minutes of roll call per class, proxy attendance, and a pickup process that currently relies on a guard recognising 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stop children entering, and it does not keep a photograph of anybody's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tablet, one gate, one year group, two weeks running alongside your existing register.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