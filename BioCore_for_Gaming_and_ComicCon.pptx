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PLAIN-ENGLISH GUIDE  |  FOR GAMING &amp; COMIC CON ORGANISERS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300,000 fans a year.</a:t>
            </a:r>
          </a:p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Six cities.</a:t>
            </a:r>
          </a:p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pass each —</a:t>
            </a:r>
          </a:p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actually.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72084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7178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Walk-through entry, multi-day passes that cannot be lent to a friend, and a</a:t>
            </a:r>
          </a:p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tournament seat only the registered player can sit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19456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2271248" y="25786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444984" y="277063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2664440" y="277063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2426696" y="308152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304520" y="265176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Mumbai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4520" y="309067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54,000+ visitors · 5,000+ cosplayer sign-ups.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0" y="4526279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2271248" y="4910327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2426696" y="5065775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2632436" y="5138927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12646152" y="5294375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304520" y="4983479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Bengaluru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04520" y="54223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50,000+ across a two-day run at KTPO.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0" y="685800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27124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426696" y="739749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545568" y="752551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2691872" y="752551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1" name="Connector 30"/>
          <p:cNvCxnSpPr/>
          <p:nvPr/>
        </p:nvCxnSpPr>
        <p:spPr>
          <a:xfrm>
            <a:off x="12554712" y="7708392"/>
            <a:ext cx="182880" cy="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3304520" y="731520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Hyderabad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04520" y="775411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40,000+, with DreamHack India alongside.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PROBLEM, IN YOUR OWN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Your FAQ already describes the friction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1155680" cy="1874519"/>
          </a:xfrm>
          <a:prstGeom prst="roundRect">
            <a:avLst>
              <a:gd name="adj" fmla="val 50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100" b="0" i="0">
                <a:solidFill>
                  <a:srgbClr val="FFFFFF"/>
                </a:solidFill>
                <a:latin typeface="Segoe UI Light"/>
              </a:rPr>
              <a:t>“Arrive a minimum of 20 minutes prior in order to register</a:t>
            </a:r>
          </a:p>
          <a:p>
            <a:pPr algn="l">
              <a:lnSpc>
                <a:spcPct val="132000"/>
              </a:lnSpc>
            </a:pPr>
            <a:r>
              <a:rPr sz="2100" b="0" i="0">
                <a:solidFill>
                  <a:srgbClr val="FFFFFF"/>
                </a:solidFill>
                <a:latin typeface="Segoe UI Light"/>
              </a:rPr>
              <a:t>and pick up their physical wristbands/passes.”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7424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50">
                <a:solidFill>
                  <a:srgbClr val="9C93BA"/>
                </a:solidFill>
                <a:latin typeface="Consolas"/>
              </a:rPr>
              <a:t>— COMICCONINDIA.COM, FAQS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0" y="4389120"/>
            <a:ext cx="5486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4A4265"/>
                </a:solidFill>
                <a:latin typeface="Segoe UI"/>
              </a:rPr>
              <a:t>Twenty minutes, multiplied by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4A4265"/>
                </a:solidFill>
                <a:latin typeface="Segoe UI"/>
              </a:rPr>
              <a:t>fifty thousand people, is not a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4A4265"/>
                </a:solidFill>
                <a:latin typeface="Segoe UI"/>
              </a:rPr>
              <a:t>queue problem.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4A4265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4A4265"/>
                </a:solidFill>
                <a:latin typeface="Segoe UI"/>
              </a:rPr>
              <a:t>It is the first impression of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4A4265"/>
                </a:solidFill>
                <a:latin typeface="Segoe UI"/>
              </a:rPr>
              <a:t>your entire event.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675120"/>
            <a:ext cx="55168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32688" y="70591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088136" y="7214615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293876" y="7287767"/>
            <a:ext cx="27432" cy="1645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9" name="Connector 18"/>
          <p:cNvCxnSpPr/>
          <p:nvPr/>
        </p:nvCxnSpPr>
        <p:spPr>
          <a:xfrm>
            <a:off x="1307592" y="7443215"/>
            <a:ext cx="128015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32688" y="79918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Registration is a second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8522208"/>
            <a:ext cx="4748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Every attendee must be processed once before they can attend at all. That desk is staffed, stocked and queued — and it exists only to hand over a piece of plastic.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85560" y="6675120"/>
            <a:ext cx="55168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769608" y="70591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906768" y="7278623"/>
            <a:ext cx="475488" cy="310896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5" name="Connector 24"/>
          <p:cNvCxnSpPr/>
          <p:nvPr/>
        </p:nvCxnSpPr>
        <p:spPr>
          <a:xfrm>
            <a:off x="6906768" y="7397496"/>
            <a:ext cx="475488" cy="0"/>
          </a:xfrm>
          <a:prstGeom prst="line">
            <a:avLst/>
          </a:prstGeom>
          <a:ln w="2032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69608" y="79918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wristband is consumable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9608" y="8522208"/>
            <a:ext cx="4748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Printed, stocked, shipped to six cities, and thrown away on Sunday night. Then reordered for the next city.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222480" y="6675120"/>
            <a:ext cx="55168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606528" y="70591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2798552" y="7214615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1" name="Connector 30"/>
          <p:cNvCxnSpPr/>
          <p:nvPr/>
        </p:nvCxnSpPr>
        <p:spPr>
          <a:xfrm>
            <a:off x="12871704" y="7360919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871704" y="7452359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606528" y="79918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It still proves nothing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06528" y="8522208"/>
            <a:ext cx="4748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Once it is on a wrist it can be cut off, passed over a barrier, or worn by whoever is holding it on day two.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OBVIOUS OBJECTION  —  ANSWERED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Cosplay breaks face recognition. Plan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Masks, helmets, full prosthetics and heavy face paint defeat any face system, this one included. Mumbai 2025 alone had 5,000+ cosplayer sign-ups. So the design assumes costume rather than fighting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WHERE YOU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At bag check, face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Identity is taken at the security check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you already run — before the helmet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goes on, where faces are visible anyway.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THE COSPLAY 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QR lane runs permanently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costumed attendee uses the QR lane and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is never asked to unmask in public.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Permanent, signposted, not a fallback.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RE-ENTRY IN COSTUME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band you already issue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Once inside, cosplayers re-enter on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band from first entry. The face never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has to work twice.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CONTEST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Verified before, not during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Cosplay contestants verify at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registration, out of costume. Judging is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never interrupted for an ID check.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933688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Face takes the queue off the large majority who are not in costume. The cosplay lane keeps the rest moving.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The pass becomes the person holding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Fans upload a photo when they buy. At the door they walk through. Nothing is printed, nothing is scanned, and nothing can be forwarded to a friend.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652881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207007" y="66568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353312" y="66568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1216151" y="6839712"/>
            <a:ext cx="182880" cy="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face cannot be screenshotted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QR code is an image, and an image travels on WhatsApp. A three-day pass stops being three day-passes for three different people — revenue you lose quietly today.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94334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7053072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 registration desk at 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twenty minutes disappears, along with the wristband stock, the printers and the staff behind that desk in every city.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98552" y="652881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12871704" y="6675120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871704" y="6766559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Numbers a sponsor accepts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Unique humans per day, per hall, per stage — not scan counts inflated by everyone who stepped out for lunch.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YOU INSTALL AT THE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tablet, your existing gate, or a turnstile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Cons are temporary builds, so tablets on stands are usually right — they arrive in flight cases, go up in an hour, and come down on Sunday night. Turnstiles only at permanent venues like KTPO or Hitex.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61288" y="6528816"/>
            <a:ext cx="292608" cy="43891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52728" y="6885432"/>
            <a:ext cx="109727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tablet on a 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cheapest way to start. An ordinary tablet on a floor stand or wall mount, facing the door. No civil work, no wiring, nothing drilled. Move it whenever you like.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reception, a side door, a small 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25056" y="662025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89648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camera at the gate you have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960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Keep the boom barrier, sliding gate or door you already own. Add a camera and a small screen; the software opens what is already there.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a gate that already works, and you only want it to become smarter.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2248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780264" y="654710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3109448" y="654710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89992" y="6748272"/>
            <a:ext cx="18288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turnstile or flap barrier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person per pass, physically. This is the only option that actually stops two people walking through on one face.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offices, factories, anywhere tailgating genuinely matters.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Existing CCTV cameras can often be reused. Start with a tablet, prove it on one door, then decide.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WEEKEND  —  DOORS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Saturday morning at a 50,000-footfall con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Bengaluru 2025 moved 50,000+ people across two days. Day one, doors-open, is the hour the whole event gets judged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BEFORE THE DOORS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Nobody needs to arrive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twenty-minute registration buffer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stops existing. Fans arrive when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doors open, not before.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DOORS  —  MAIN LANES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Walk-through, no scanners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Tablets on stands replace scanner staff.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People walk at walking pace instead of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stopping to present a 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DOORS  —  COSPLAY 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Separate and signposted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moves fast precisely because it only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serves the costumed minority.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LUNCH, THEN 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Re-entry is the same walk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Re-entry is where wristband systems jam.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Here it is identical to the morning.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WEEKEND  —  INSIDE THE HALL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zones where a wristband is not enough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Every restricted area at a con is currently protected by a coloured band that can be cut off and passed over a barrier.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18+ ZONES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Age, actually verified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Mature-content areas and some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tournaments. Age was proven at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purchase, not guessed at the rope.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PAID PHOTO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person who paid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Meet-and-greet and autograph slots are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expensive and heavily resold. The slot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opens for the buyer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ARTIST ALLEY &amp; EXHIBITORS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Crew, not crowd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Booth staff get early load-in and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service corridor — and nothing else,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automatically.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PRESS &amp; CREATORS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Accreditation that holds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Media passes are shared more than any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other pass at a con. A face cannot be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handed to a colleague.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ESPORTS  —  THE ONE NOBODY ELSE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0" i="0">
                <a:solidFill>
                  <a:srgbClr val="221C36"/>
                </a:solidFill>
                <a:latin typeface="Segoe UI Light"/>
              </a:rPr>
              <a:t>Is the player at the PC the player who registered?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519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DreamHack India has run a combined prize pool above ₹45 lakh. At that level, three documented identity attacks show up in competitive gaming — and a ticketing vendor can address none of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PERSONIFICATION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Someone else in the seat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Pretending to be another player for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competitive advantage. At a LAN,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seat is where it is caught.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BAN EVASION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Back under a new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Without real verification a banned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player simply returns under a fresh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account. A face does not reset.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BOOSTING &amp; ACCOUNT SHARING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stronger player logs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higher-ranked player playing on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someone else's account — the same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problem, one step upstream.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PRIZE PAYOUT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winner is the winner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Payout and KYC attach to a verified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identity, so a disputed result has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evidence behind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933688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The industry is already moving this way: pre-match face verification, like a referee checking a boxer's gloves before the bout.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COMPLIANCE  —  THE REASON THIS STOPS BEING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0" i="0">
                <a:solidFill>
                  <a:srgbClr val="221C36"/>
                </a:solidFill>
                <a:latin typeface="Segoe UI Light"/>
              </a:rPr>
              <a:t>Karnataka's crowd-management SOP asks for exactly this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519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After the 2025 crowd-safety review, Karnataka issued a mandatory SOP for events and mass gatherings. Bengaluru Comic Con — 50,000+ footfall — sits squarely inside it. Several requirements are things a wristband cannot 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32588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088136" y="687628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Capacity limits, enforced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Venues must comply with capacity limits and evacuation plans. A live count per hall is the only way to know you are inside them at 4pm on Saturday.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25056" y="662025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089648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Real-time monitoring and 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SOP names real-time crowd monitoring and on-ground access control as requirements — not as good practice.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671169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871704" y="654710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Controlled entry and digital ticket limits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Named explicitly as decongestion measures. Walk-through entry with a hard per-person limit is precisely that.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Venues that fail a safety audit are not approved for high-footfall events. This slide is a licence-to-operate argument, not a feature 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RESALE MARKET YOU ARE ALREADY FIGHTING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0" i="0">
                <a:solidFill>
                  <a:srgbClr val="221C36"/>
                </a:solidFill>
                <a:latin typeface="Segoe UI Light"/>
              </a:rPr>
              <a:t>Duplicate tickets and invalid QR codes are not hypothetical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519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India's 2025 concert season made this a national story: bots created artificial shortages, ₹2,000–₹35,000 tickets resold for lakhs, and buyers turned up at gates with duplicate tickets and invalid QR codes. The Delhi High Court has been asked to regulate resale; there is still no nationwide law.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652881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207007" y="66568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353312" y="66568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1216151" y="6839712"/>
            <a:ext cx="182880" cy="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face has no secondary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You cannot bot it, bulk-buy it, or list it on a resale site. The demand-side abuse that makes headlines simply has nothing to attach 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94334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7053072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gate stops being the courtroom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Today a fan who bought from a tout argues with your crew at the door. Nobody at that gate can tell a real QR from a duplicated 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98552" y="671169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871704" y="654710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Your pricing holds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If a pass is bound to a person, the value stays with the fan who paid you — not with an intermediary reselling it at ten times 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SAFETY AND CODE OF CONDUCT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The short list that actually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Cons run codes of conduct, and enforcement currently means a volunteer remembering a face from last year. That is not enforcement.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24712" y="671169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197864" y="654710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named ban list, nothing more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Someone removed for harassment last year is flagged at the door this year. Short, specific, reviewed by a human — not everyone who is unrecognised.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79920" y="6547104"/>
            <a:ext cx="329184" cy="310896"/>
          </a:xfrm>
          <a:prstGeom prst="roundRect">
            <a:avLst>
              <a:gd name="adj" fmla="val 4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6925056" y="6858000"/>
            <a:ext cx="438911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Never alert on strangers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con is fifty thousand strangers by definition. Alerting on unknown faces would produce thousands of useless alarms and your team would mute it by 11am on day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78026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99972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761976" y="687628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Lost people, found faster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 a packed floor, a parent reporting a missing child currently gets a PA announcement. A last-seen entry point is a better starting place.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YOU CHOOSE HOW STRICT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It does not have to stop anybody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463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Most people assume a face system exists to refuse people. It does not have to.</a:t>
            </a:r>
          </a:p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 same cameras run either way — and one door can be open while another is controlled.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4C1D95"/>
                </a:solidFill>
                <a:latin typeface="Consolas"/>
              </a:rPr>
              <a:t>OPEN MODE  —  NOBODY IS STOPPED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4C1D95"/>
                </a:solidFill>
                <a:latin typeface="Segoe UI"/>
              </a:rPr>
              <a:t>The show floor stays open.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Main halls, artist alley, stages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Counts everyone, refuses nobody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Alerts only for a named ban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408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6B6480"/>
                </a:solidFill>
                <a:latin typeface="Consolas"/>
              </a:rPr>
              <a:t>CONTROLLED MODE  —  THE DOOR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221C36"/>
                </a:solidFill>
                <a:latin typeface="Segoe UI"/>
              </a:rPr>
              <a:t>The paid zones do not.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0412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18+ areas, photo ops, tournament floor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10412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Access by ticket tier and by 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0412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Crew can always let someone through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7190720" cy="4206240"/>
          </a:xfrm>
          <a:prstGeom prst="roundRect">
            <a:avLst>
              <a:gd name="adj" fmla="val 35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1554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200">
                <a:solidFill>
                  <a:srgbClr val="9C93BA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1554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5400" b="0" i="0">
                <a:solidFill>
                  <a:srgbClr val="FFFFFF"/>
                </a:solidFill>
                <a:latin typeface="Segoe UI Light"/>
              </a:rPr>
              <a:t>We never keep the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800600"/>
            <a:ext cx="12801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The camera measures the face, turns those measurements into an encrypted</a:t>
            </a:r>
          </a:p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Biometric Key Signature, and destroys the picture. Only that Key is kept.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92240"/>
            <a:ext cx="30175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41247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87551" y="6958583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B6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106423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252728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1115567" y="7269479"/>
            <a:ext cx="182880" cy="0"/>
          </a:xfrm>
          <a:prstGeom prst="line">
            <a:avLst/>
          </a:prstGeom>
          <a:ln w="19050">
            <a:solidFill>
              <a:srgbClr val="6B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19072" y="6931152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21C36"/>
                </a:solidFill>
                <a:latin typeface="Segoe UI"/>
              </a:rPr>
              <a:t>The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733348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480"/>
                </a:solidFill>
                <a:latin typeface="Segoe UI"/>
              </a:rPr>
              <a:t>at the camera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7333488"/>
            <a:ext cx="868680" cy="0"/>
          </a:xfrm>
          <a:prstGeom prst="line">
            <a:avLst/>
          </a:prstGeom>
          <a:ln w="22860">
            <a:solidFill>
              <a:srgbClr val="6B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290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6480"/>
                </a:solidFill>
                <a:latin typeface="Consolas"/>
              </a:rPr>
              <a:t>measures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6492240"/>
            <a:ext cx="4023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92040" y="68580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a7f3  c19e  44b2  8d05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71688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e6b1  902c  7fd4 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7571231"/>
            <a:ext cx="3383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Biometric Key Signature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78638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Segoe UI"/>
              </a:rPr>
              <a:t>encrypted — and never a picture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80" y="7333488"/>
            <a:ext cx="868680" cy="0"/>
          </a:xfrm>
          <a:prstGeom prst="line">
            <a:avLst/>
          </a:prstGeom>
          <a:ln w="2794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2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D28D9"/>
                </a:solidFill>
                <a:latin typeface="Consolas"/>
              </a:rPr>
              <a:t>locked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6492240"/>
            <a:ext cx="3108960" cy="169164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893808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0076688" y="7141464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0149840" y="6976872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771632" y="689457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4C1D95"/>
                </a:solidFill>
                <a:latin typeface="Segoe UI"/>
              </a:rPr>
              <a:t>Vaulted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7278624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encrypted,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per place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304520" y="6400800"/>
            <a:ext cx="0" cy="1874519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944600" y="610819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80">
                <a:solidFill>
                  <a:srgbClr val="C8011A"/>
                </a:solidFill>
                <a:latin typeface="Consolas"/>
              </a:rPr>
              <a:t>MEANWHILE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649224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 w="1778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4264640" y="687628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8011A"/>
                </a:solidFill>
                <a:latin typeface="Segoe UI"/>
              </a:rPr>
              <a:t>The photograph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0" y="727862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is deleted at that same moment —</a:t>
            </a:r>
          </a:p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never saved, never sent.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THIS AUDIENCE WILL ASK. LOUDLY.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0" i="0">
                <a:solidFill>
                  <a:srgbClr val="221C36"/>
                </a:solidFill>
                <a:latin typeface="Segoe UI Light"/>
              </a:rPr>
              <a:t>Gamers are the most privacy-literate crowd you will ever sell 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519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A con floor contains developers, security researchers and people who read the terms. Handled well, the privacy answer is marketing. Handled badly, it is the post that goes viral on Monday.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Opt-in, with a real alternative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QR lane exists anyway for cosplayers — so declining face entry costs an attendee nothing at all. That is what makes the consent genuine rather than theatre.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25056" y="652881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130796" y="660196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7144512" y="675741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It expires with the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Access can be set to end when the con does. No dormant database of 50,000 faces sitting on a server until somebody breaches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671169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871704" y="654710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 photograph is ever stored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picture is destroyed at capture; only an encrypted Biometric Key Signature remains, and it cannot be turned back into a face.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EACH SIDE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camera, three different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ATTENDEE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The fan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5806440"/>
            <a:ext cx="4663439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 20-minute registration buffer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Nothing to print, charge or lose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Re-entry after lunch is instant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25880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Can decline and use the QR lane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6655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ORGANISER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Your ops team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66559" y="5806440"/>
            <a:ext cx="4663441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6655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1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 wristband stock in six cities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5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1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Pass-sharing structurally impossible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5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1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Live hall occupancy for the SOP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5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3231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ban list that is actually enforced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6151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57299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PARTNER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299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Sponsors &amp; IP holders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572999" y="5806440"/>
            <a:ext cx="46634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257299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93875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Unique humans, not inflated scans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7299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93875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Footfall per stage and per booth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7299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93875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Verified players for prize payouts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57299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93875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Numbers that survive an audit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door, two weeks, then decide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Nobody should buy this for a whole campus on day one. Prove it on a single entrance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One 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Add a single face lane beside your normal scanners at the next city. Nothing else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632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31037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1037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037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Opt-in fans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037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Offer it at checkout. Many will choose it purely to skip the 20-minute buffer.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0401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68806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8806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Time both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806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Measure throughput per lane per hour at doors-open. That number is the business case.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8170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406575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406575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575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Then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575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If one lane holds on a Saturday morning, eight will. The hardware is just more tablets.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Six cities a year means six chances to test this cheaply before committing a season.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7190720" cy="4114800"/>
          </a:xfrm>
          <a:prstGeom prst="roundRect">
            <a:avLst>
              <a:gd name="adj" fmla="val 35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1554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One pass.</a:t>
            </a:r>
          </a:p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One person.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12064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4C1D95"/>
                </a:solidFill>
                <a:latin typeface="Segoe UI"/>
              </a:rPr>
              <a:t>Walk-through entry, passes that cannot be lent, verified players — and a queue that stops being the 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20-minute registration buffer, wristband stock in six cities, duplicate and resold passes, and attendance figures nobody can defend.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655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does not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does not work through a helmet — the cosplay lane is permanent — and it stores no photograph of any attendee.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6151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57299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How to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299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face lane beside your scanners at one city, opt-in at checkout, and time both lanes at doors-open.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Gaming, esports &amp; comic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Where these numbers come from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Every figure in this deck is sourced. Replace any of them with your own internal numbers where you have better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070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5806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1C36"/>
                </a:solidFill>
                <a:latin typeface="Segoe UI"/>
              </a:rPr>
              <a:t>Mumbai Comic Con 2025 — 54,000+ visitors, 5,000+ cosplayer sign-ups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0" y="58064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Consolas"/>
              </a:rPr>
              <a:t>nodwingaming.com/news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309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620877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1C36"/>
                </a:solidFill>
                <a:latin typeface="Segoe UI"/>
              </a:rPr>
              <a:t>Bengaluru Comic Con 2025 — 50,000+ footfall over two days, KTPO Trade Centre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0" y="620877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Consolas"/>
              </a:rPr>
              <a:t>in.eventfaqs.com, Dec 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711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6611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1C36"/>
                </a:solidFill>
                <a:latin typeface="Segoe UI"/>
              </a:rPr>
              <a:t>Hyderabad Comic Con 2025 — 40,000+ attendees, 400+ cosplayers, Hitex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0" y="661111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Consolas"/>
              </a:rPr>
              <a:t>mykhel.com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71140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70134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1C36"/>
                </a:solidFill>
                <a:latin typeface="Segoe UI"/>
              </a:rPr>
              <a:t>Comic Con India — 300,000+ footfall across metro events in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701344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Consolas"/>
              </a:rPr>
              <a:t>respawn.outlookindia.com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751636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7415783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1C36"/>
                </a:solidFill>
                <a:latin typeface="Segoe UI"/>
              </a:rPr>
              <a:t>“Arrive a minimum of 20 minutes prior… physical wristbands/passes”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0" y="7415783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Consolas"/>
              </a:rPr>
              <a:t>comicconindia.com/faqs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791870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" y="78181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1C36"/>
                </a:solidFill>
                <a:latin typeface="Segoe UI"/>
              </a:rPr>
              <a:t>DreamHack India — combined prize pool above ₹45 lakh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0" y="781812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Consolas"/>
              </a:rPr>
              <a:t>insidesport.in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832104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8680" y="822045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1C36"/>
                </a:solidFill>
                <a:latin typeface="Segoe UI"/>
              </a:rPr>
              <a:t>Esports identity attacks: personification, ban evasion, boosting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0" y="822045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Consolas"/>
              </a:rPr>
              <a:t>gamersafer.com; idnow.io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87233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" y="86227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1C36"/>
                </a:solidFill>
                <a:latin typeface="Segoe UI"/>
              </a:rPr>
              <a:t>Karnataka crowd-management SOP — capacity limits, real-time monitoring, access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0" y="862279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Consolas"/>
              </a:rPr>
              <a:t>siasat.com; theweek.in, Jul 2025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912571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68680" y="90251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1C36"/>
                </a:solidFill>
                <a:latin typeface="Segoe UI"/>
              </a:rPr>
              <a:t>2025 resale season — duplicate tickets and invalid QR codes; Delhi HC plea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0" y="902512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Consolas"/>
              </a:rPr>
              <a:t>business-standard.com; deccanherald.com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