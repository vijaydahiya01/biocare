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Mumbai Comic Con 2025: 54,000+ visitors, 5,000+ cosplayer sign-ups (nodwingaming.com). Bengaluru 2025: 50,000+ over two days, KTPO (in.eventfaqs.com). DreamHack India 2024 prize pool above INR 45 lakh (insidesport.in). 300,000+ across metro events 2025 (respawn.outlookindia.com).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quotes verbatim from comicconindia.com/faqs, verified 21 Aug 2026: 'Passes once booked are Non-Refundable &amp; are Not-Transferable between the dates'; 'you need to be wearing your wristband'; 'Visitors with damaged and torn wristbands won't be allowed entry'.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'a valid ID proof' required at box office per comicconindia.com/faqs. Prize pool is DreamHack India 2024. Esports identity attacks documented by gamersafer.com and idnow.io: personification, ban evasion, boosting.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 899 is the published 2025 Single Day Pass price; Superfan passes are Rs 2,799-3,299. 300,000 is the 2025 metro footfall figure. The transfer share is NOT a claim by us - it is a variable for NODWIN to set. If asked, say plainly: we do not know your rate, this is the arithmetic at three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Karnataka crowd-management SOP for events and mass gatherings, 2025 (siasat.com; theweek.in): capacity limits, real-time crowd monitoring, on-ground access control, controlled entry as decongestion. Note: this SOP is Karnataka, so it binds Bengaluru Comic Con. Telangana has not issued the equivalent - do not overstate.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Mumbai 2025 had 5,000+ cosplayer sign-ups. Occlusion defeats all face recognition - a physical limit, not a vendor difference. The QR lane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0.35s is MEASURED - warm face embedding on a 4-core i5 laptop, median of six runs (340-378ms). Cold start is ~26s, so warm the device before doors. Offline roster and resumable sync are built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'Never leaves the venue' requires the on-site/edge deployment - recognition on the tablet or a local box, not a cloud round trip. Confirm the deployment model before repeating this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50% entry-time commitment is a real commercial promise. Make sure it is one the business will honour before it is said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BIOCORE  |  IDENTITY FOR GAMING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300,000 fans a year.</a:t>
            </a:r>
          </a:p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One pass each —</a:t>
            </a:r>
          </a:p>
          <a:p>
            <a:pPr algn="l">
              <a:lnSpc>
                <a:spcPct val="106000"/>
              </a:lnSpc>
            </a:pPr>
            <a:r>
              <a:rPr sz="5400" b="0" i="0">
                <a:solidFill>
                  <a:srgbClr val="221C36"/>
                </a:solidFill>
                <a:latin typeface="Segoe UI Light"/>
              </a:rPr>
              <a:t>actually.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949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Walk-through entry. Passes that cannot be shared.</a:t>
            </a:r>
          </a:p>
          <a:p>
            <a:pPr algn="l">
              <a:lnSpc>
                <a:spcPct val="136000"/>
              </a:lnSpc>
            </a:pPr>
            <a:r>
              <a:rPr sz="1800" b="0" i="0">
                <a:solidFill>
                  <a:srgbClr val="4A4265"/>
                </a:solidFill>
                <a:latin typeface="Segoe UI"/>
              </a:rPr>
              <a:t>Players who are who they say they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37744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0" y="276148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54,000+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Mumbai Comic Con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457200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0" y="495604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50,000+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5760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Bengaluru 2025, over two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676656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0" y="715060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6D28D9"/>
                </a:solidFill>
                <a:latin typeface="Segoe UI Light"/>
              </a:rPr>
              <a:t>₹45 lakh+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7955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DreamHack India 2024 prize pool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RULE YOU ALREADY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7190720" cy="3200400"/>
          </a:xfrm>
          <a:prstGeom prst="roundRect">
            <a:avLst>
              <a:gd name="adj" fmla="val 4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1536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“Passes once booked are Non-Refundable</a:t>
            </a:r>
          </a:p>
          <a:p>
            <a:pPr algn="ctr">
              <a:lnSpc>
                <a:spcPct val="124000"/>
              </a:lnSpc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&amp; are Not-Transferable between the dates.”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34840"/>
            <a:ext cx="1536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spc="160">
                <a:solidFill>
                  <a:srgbClr val="9C93BA"/>
                </a:solidFill>
                <a:latin typeface="Consolas"/>
              </a:rPr>
              <a:t>— COMICCONINDIA.COM / FAQS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0" i="0">
                <a:solidFill>
                  <a:srgbClr val="221C36"/>
                </a:solidFill>
                <a:latin typeface="Segoe UI Light"/>
              </a:rPr>
              <a:t>A wristband enforces the object.</a:t>
            </a:r>
          </a:p>
          <a:p>
            <a:pPr algn="l">
              <a:lnSpc>
                <a:spcPct val="106000"/>
              </a:lnSpc>
            </a:pPr>
            <a:r>
              <a:rPr sz="3600" b="0" i="0">
                <a:solidFill>
                  <a:srgbClr val="221C36"/>
                </a:solidFill>
                <a:latin typeface="Segoe UI Light"/>
              </a:rPr>
              <a:t>BioCore enforces the identity.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7315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48640" y="7726679"/>
            <a:ext cx="55168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32688" y="81107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69848" y="8330183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069848" y="844905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904341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band is the credential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9573767"/>
            <a:ext cx="4748784" cy="-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cannot tell who is wearing it on day two.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5560" y="7726679"/>
            <a:ext cx="55168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69608" y="81107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43344" y="8284463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53072" y="8503919"/>
            <a:ext cx="182880" cy="0"/>
          </a:xfrm>
          <a:prstGeom prst="line">
            <a:avLst/>
          </a:prstGeom>
          <a:ln w="2540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904341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“You need to be wearing your wristband”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9573767"/>
            <a:ext cx="4748784" cy="-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Your re-entry rule protects the plastic.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7726679"/>
            <a:ext cx="55168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81107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8266175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871704" y="841248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71704" y="850391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904341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“Damaged and torn… won't be allowed entry”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9573767"/>
            <a:ext cx="4748784" cy="-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paying fan turned away by a broken strap.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ESPORTS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2070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The prize money is verified.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Shouldn't the player be?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DreamHack India put ₹45 lakh+ on the table in 2024. You already require “a valid ID proof” at the box office — the tournament seat is where that check actually decides a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72877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Someone else in the 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stronger player substituted in at a qualifier. Today nobody at the venue can prove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71231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34784" y="695858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Ban evasion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banned player returns under a new account. A face does not reset.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80264" y="695858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717804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Clean brackets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verified player at a verified seat. Payout attaches to a person, not a username.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Pre-match face checks are becoming normal in esports — the referee checking a boxer's gloves before the 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COST OF HONOUR-SYSTEM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Every shared pass is a ticket you did not sell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We do not know your transfer rate — you do. At your published ₹899 single-day price, here is what each assumption is worth across 300,000 annual admissions.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43600"/>
            <a:ext cx="106070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63093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B6480"/>
                </a:solidFill>
                <a:latin typeface="Consolas"/>
              </a:rPr>
              <a:t>IF THIS SHARE IS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3093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B6480"/>
                </a:solidFill>
                <a:latin typeface="Consolas"/>
              </a:rPr>
              <a:t>UNAUTHORISED ENTRIES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63093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B6480"/>
                </a:solidFill>
                <a:latin typeface="Consolas"/>
              </a:rPr>
              <a:t>TICKETS NOT SOLD, AT ₹899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6784848"/>
            <a:ext cx="960120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6995160"/>
            <a:ext cx="3108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21C36"/>
                </a:solidFill>
                <a:latin typeface="Segoe UI Light"/>
              </a:rPr>
              <a:t>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7040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1C36"/>
                </a:solidFill>
                <a:latin typeface="Segoe UI"/>
              </a:rPr>
              <a:t>6,000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7040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1C36"/>
                </a:solidFill>
                <a:latin typeface="Segoe UI"/>
              </a:rPr>
              <a:t>₹54 lakh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7616952"/>
            <a:ext cx="3108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6D28D9"/>
                </a:solidFill>
                <a:latin typeface="Segoe UI Light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76626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D28D9"/>
                </a:solidFill>
                <a:latin typeface="Segoe UI"/>
              </a:rPr>
              <a:t>15,000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76626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6D28D9"/>
                </a:solidFill>
                <a:latin typeface="Segoe UI"/>
              </a:rPr>
              <a:t>₹1.35 crore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8238744"/>
            <a:ext cx="3108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21C36"/>
                </a:solidFill>
                <a:latin typeface="Segoe UI Light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82844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1C36"/>
                </a:solidFill>
                <a:latin typeface="Segoe UI"/>
              </a:rPr>
              <a:t>30,000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828446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1C36"/>
                </a:solidFill>
                <a:latin typeface="Segoe UI"/>
              </a:rPr>
              <a:t>₹2.70 crore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60" y="5943600"/>
            <a:ext cx="5943600" cy="31089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252960" y="6355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50">
                <a:solidFill>
                  <a:srgbClr val="4C1D95"/>
                </a:solidFill>
                <a:latin typeface="Consolas"/>
              </a:rPr>
              <a:t>AND THE SECOND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68580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Minutes spent queueing outside are</a:t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minutes not spent at merch and F&amp;B</a:t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inside.</a:t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Faster entry does not just save the</a:t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queue — it moves the crowd to the</a:t>
            </a:r>
          </a:p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4C1D95"/>
                </a:solidFill>
                <a:latin typeface="Segoe UI"/>
              </a:rPr>
              <a:t>floor where they spend.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We have deliberately not invented a transfer rate. Put your own number in the left column and the arithmetic is yours.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887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Karnataka's crowd SOP already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asks for exactly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Bengaluru Comic Con, at 50,000+ footfall, sits inside a mandatory state SOP issued in 2025. Three of its requirements are things a wristband physically cannot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9768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72877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Capacity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 must stay inside them — which means counting, live.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703173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89648" y="7114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Real-time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Named in the SOP as a requirement, not as good practice.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71231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95858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Listed explicitly as a crowd-decongestion measure.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Venues failing a safety audit are not approved for high-footfall events. Other states are drafting the same 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BUILT FOR YOUR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2801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Cosplay is the soul of your event.</a:t>
            </a:r>
          </a:p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So nobody unmasks at the door.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Mumbai 2025 alone had 5,000+ cosplayer sign-ups. BioCore captures the face at bag check — before the mask goes on — and a QR lane runs permanently beside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703173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52728" y="7114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Captured before the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At the security check you already run, where faces are visible anyway.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95858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53072" y="717804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QR lane always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Permanent and signposted — never a fallback, never an apology.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43688" y="700430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2743688" y="7123176"/>
            <a:ext cx="475488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Re-entry on the band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Inside the hall, the face never has to work twice.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B6480"/>
                </a:solidFill>
                <a:latin typeface="Segoe UI"/>
              </a:rPr>
              <a:t>Stated plainly: helmets and prosthetics defeat every face system on the market. We built the lane instead of pretending otherwise.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BUILT FOR NETWORK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2801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Exhibition halls have terrible WiFi.</a:t>
            </a:r>
          </a:p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This runs without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Recognition happens on the tablet at the door. No round trip to a cloud, no dependency on venue connectivity at the worst possible moment.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94029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729691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Offline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tablet holds an encrypted roster and keeps admitting people when the network drops. It syncs when it returns.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94029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130796" y="701344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144512" y="716889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~0.35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Measured on ordinary hardware — not a lab number, and not dependent on a signal.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6400800"/>
            <a:ext cx="55168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7848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71231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95858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7175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Nothing to install on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247888"/>
            <a:ext cx="4748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server rack, no cabling. Encrypted keys live on the device and are wiped when the event 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480560"/>
          </a:xfrm>
          <a:prstGeom prst="roundRect">
            <a:avLst>
              <a:gd name="adj" fmla="val 4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1536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5361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57800"/>
            <a:ext cx="1280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The picture is turned into an encrypted key on the tablet and destroyed in the same second.</a:t>
            </a:r>
          </a:p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C6BEE2"/>
                </a:solidFill>
                <a:latin typeface="Segoe UI"/>
              </a:rPr>
              <a:t>It is never written to disk, never uploaded, and never leaves the 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06424" y="7415783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16151" y="7635240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Opt-in, for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QR lane exists anyway, so declining costs a fan nothing.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739749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130796" y="747064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144512" y="762609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Expires with the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dormant database of 50,000 faces waiting to be breached.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685800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758037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871704" y="7415783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06528" y="817473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breach yields nothing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8705088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There are no photographs to steal — only keys that cannot be reversed.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0" i="0">
                <a:solidFill>
                  <a:srgbClr val="221C36"/>
                </a:solidFill>
                <a:latin typeface="Segoe UI Light"/>
              </a:rPr>
              <a:t>Data without the creep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Because the face is destroyed, what remains is counting — the numbers a sponsor asks for and a privacy-literate crowd has no reason to object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88543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88543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719632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True unique footfall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How many individual humans came — separated from total entries, which re-entry inflates today.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68488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130796" y="69220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144512" y="70774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Hour by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Which hours actually peaked, so day two is staffed for the real curve rather than last year's guess.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6309360"/>
            <a:ext cx="5516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6934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61976" y="694029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926568" y="70225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06528" y="762609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Gate by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8156448"/>
            <a:ext cx="4748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Which entrance carried the load and which stood idle — before the queue becomes the 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Counts and timings only. No movement trails, no dwell tracking, no profiles — the things that would make this audience turn on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One city. One lane. Beside your box office.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4A4265"/>
                </a:solidFill>
                <a:latin typeface="Segoe UI"/>
              </a:rPr>
              <a:t>Give us a single entry lane at DreamHack Hyderabad, running in parallel with your standard entry. Your normal counters stay open throughout. Nothing about your operation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476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80313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715975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5803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What we bring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110727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Tablets on stands, in flight cases. Up in an hour, down on Sunday night.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626364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6476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82142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53072" y="704087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9608" y="75803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What you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8110727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Nothing. Fans opt in at checkout, and everyone else uses the counter as usual.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6263640"/>
            <a:ext cx="5516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6476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61976" y="680313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2967716" y="687628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981432" y="703173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580375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What we 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8110727"/>
            <a:ext cx="474878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Throughput per lane per hour at doors-open, side by side, all weekend.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8641080"/>
            <a:ext cx="17190720" cy="868680"/>
          </a:xfrm>
          <a:prstGeom prst="roundRect">
            <a:avLst>
              <a:gd name="adj" fmla="val 6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05840" y="8851392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FFFFF"/>
                </a:solidFill>
                <a:latin typeface="Segoe UI Light"/>
              </a:rPr>
              <a:t>If we do not cut your entry time by half, we do not expect a renewal.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For NODWIN Gaming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7190720" cy="36576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2880360"/>
            <a:ext cx="15361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800" b="0" i="0">
                <a:solidFill>
                  <a:srgbClr val="4C1D95"/>
                </a:solidFill>
                <a:latin typeface="Segoe UI Light"/>
              </a:rPr>
              <a:t>Zero risk.</a:t>
            </a:r>
          </a:p>
          <a:p>
            <a:pPr algn="ctr">
              <a:lnSpc>
                <a:spcPct val="108000"/>
              </a:lnSpc>
            </a:pPr>
            <a:r>
              <a:rPr sz="5800" b="0" i="0">
                <a:solidFill>
                  <a:srgbClr val="4C1D95"/>
                </a:solidFill>
                <a:latin typeface="Segoe UI Light"/>
              </a:rPr>
              <a:t>Immediate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029200"/>
            <a:ext cx="1280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50" b="0" i="0">
                <a:solidFill>
                  <a:srgbClr val="4C1D95"/>
                </a:solidFill>
                <a:latin typeface="Segoe UI"/>
              </a:rPr>
              <a:t>One lane, one city, and a number you can check yourself on Sunday night.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62940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784848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7141464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589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80650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Tablets instead of thousands of printed wristbands, in six cities.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62636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276088" y="662940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49824" y="6803136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779007" y="6803136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5559552" y="7004304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76088" y="7589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80650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lane. Your counters stay exactly as they 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62636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619488" y="662940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811512" y="6967728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9884664" y="6803136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19488" y="7589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80650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Live capacity counting, as the Karnataka SOP asks for.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78840" y="62636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3962888" y="662940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4136624" y="6803136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14246352" y="7022592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962888" y="7589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The bet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62888" y="806500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faster queue and no cleaner bracket, and we pack it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