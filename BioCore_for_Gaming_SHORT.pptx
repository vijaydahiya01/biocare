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FOR NODWIN GAMING  |  COMIC CON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400" b="0" i="0">
                <a:solidFill>
                  <a:srgbClr val="221C36"/>
                </a:solidFill>
                <a:latin typeface="Segoe UI Light"/>
              </a:rPr>
              <a:t>300,000 fans a year.</a:t>
            </a:r>
          </a:p>
          <a:p>
            <a:pPr algn="l">
              <a:lnSpc>
                <a:spcPct val="106000"/>
              </a:lnSpc>
            </a:pPr>
            <a:r>
              <a:rPr sz="5400" b="0" i="0">
                <a:solidFill>
                  <a:srgbClr val="221C36"/>
                </a:solidFill>
                <a:latin typeface="Segoe UI Light"/>
              </a:rPr>
              <a:t>One pass each —</a:t>
            </a:r>
          </a:p>
          <a:p>
            <a:pPr algn="l">
              <a:lnSpc>
                <a:spcPct val="106000"/>
              </a:lnSpc>
            </a:pPr>
            <a:r>
              <a:rPr sz="5400" b="0" i="0">
                <a:solidFill>
                  <a:srgbClr val="221C36"/>
                </a:solidFill>
                <a:latin typeface="Segoe UI Light"/>
              </a:rPr>
              <a:t>actually.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9224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9494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Walk-through entry. Passes that cannot be lent.</a:t>
            </a:r>
          </a:p>
          <a:p>
            <a:pPr algn="l">
              <a:lnSpc>
                <a:spcPct val="136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Players who are who they say they 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377440"/>
            <a:ext cx="5852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0" y="276148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 i="0">
                <a:solidFill>
                  <a:srgbClr val="6D28D9"/>
                </a:solidFill>
                <a:latin typeface="Segoe UI Light"/>
              </a:rPr>
              <a:t>54,000+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0" y="3566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Mumbai Comic Con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0" y="4572000"/>
            <a:ext cx="5852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344400" y="495604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 i="0">
                <a:solidFill>
                  <a:srgbClr val="6D28D9"/>
                </a:solidFill>
                <a:latin typeface="Segoe UI Light"/>
              </a:rPr>
              <a:t>50,000+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5760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Bengaluru 2025, two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0" y="6766560"/>
            <a:ext cx="5852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44400" y="715060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 i="0">
                <a:solidFill>
                  <a:srgbClr val="6D28D9"/>
                </a:solidFill>
                <a:latin typeface="Segoe UI Light"/>
              </a:rPr>
              <a:t>₹45 lakh+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0" y="79552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DreamHack India prize pool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PROBLEM, IN YOUR OWN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7190720" cy="4114800"/>
          </a:xfrm>
          <a:prstGeom prst="roundRect">
            <a:avLst>
              <a:gd name="adj" fmla="val 40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63040" y="2743200"/>
            <a:ext cx="15361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4000" b="0" i="0">
                <a:solidFill>
                  <a:srgbClr val="FFFFFF"/>
                </a:solidFill>
                <a:latin typeface="Segoe UI Light"/>
              </a:rPr>
              <a:t>“Arrive a minimum of 20 minutes prior</a:t>
            </a:r>
          </a:p>
          <a:p>
            <a:pPr algn="ctr">
              <a:lnSpc>
                <a:spcPct val="122000"/>
              </a:lnSpc>
            </a:pPr>
            <a:r>
              <a:rPr sz="4000" b="0" i="0">
                <a:solidFill>
                  <a:srgbClr val="FFFFFF"/>
                </a:solidFill>
                <a:latin typeface="Segoe UI Light"/>
              </a:rPr>
              <a:t>to pick up their physical wristbands.”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074920"/>
            <a:ext cx="1536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 spc="160">
                <a:solidFill>
                  <a:srgbClr val="9C93BA"/>
                </a:solidFill>
                <a:latin typeface="Consolas"/>
              </a:rPr>
              <a:t>— COMICCONINDIA.COM, FAQS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0" i="0">
                <a:solidFill>
                  <a:srgbClr val="221C36"/>
                </a:solidFill>
                <a:latin typeface="Segoe UI Light"/>
              </a:rPr>
              <a:t>20 minutes × 50,000 people = your first impression.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77724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8183879"/>
            <a:ext cx="1508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 registration desk is a second event you run before the real one — staffed, stocked and queued, just to hand over plastic.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OBVIOUS OBJECTION  —  ANSWERED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800" b="0" i="0">
                <a:solidFill>
                  <a:srgbClr val="221C36"/>
                </a:solidFill>
                <a:latin typeface="Segoe UI Light"/>
              </a:rPr>
              <a:t>Cosplay breaks face recognition.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02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Masks and helmets defeat any face system, this one included. Mumbai 2025 had 5,000+ cosplayer sign-ups. So we design around costume instead of pretending.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94029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52728" y="70225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Capture at bag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Faces are visible there anyway — before the helmet goes 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86714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7053072" y="7086600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960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permanent QR 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Costumed fans are never asked to unmask in public.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43688" y="6912864"/>
            <a:ext cx="475488" cy="310896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12743688" y="7031736"/>
            <a:ext cx="475488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60652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Re-entry on the band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0652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Inside the hall, the face never has to work twice.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ESPORTS  —  THE ONE NOBODY ELSE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887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Is the player at the PC the</a:t>
            </a:r>
          </a:p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player who registered?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Three documented identity attacks in competitive gaming. A ticketing vendor can address none of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9768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325880" y="69768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088136" y="728776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Personification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Someone else takes the seat for the competitive advantage.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61632" y="712317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034784" y="695858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960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Ban evasion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banned player returns under a new account. A face does not reset.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80264" y="695858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7178040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Prize payout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₹45 lakh+ on the line. Payout attaches to a verified identity.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The industry is already moving here — pre-match face checks, like a referee checking a boxer's gloves.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COMPLIANCE  —  WHY THIS STOPS BEING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887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Karnataka's crowd SOP already</a:t>
            </a:r>
          </a:p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asks for exactly this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Bengaluru Comic Con, at 50,000+ footfall, sits inside a mandatory state SOP. Three of its requirements are things a wristband physically cannot 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9768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325880" y="69768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088136" y="728776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Capacity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You must stay inside them — which means counting, live.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25056" y="703173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089648" y="71140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960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Real-time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Named in the SOP as a requirement, not as good practice.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712317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95858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Controlled 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Listed explicitly as a crowd-decongestion measure.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Venues failing a safety audit are not approved for high-footfall events. This is licence to operate.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RESALE MARKET YOU ALREADY FIGHT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800" b="0" i="0">
                <a:solidFill>
                  <a:srgbClr val="221C36"/>
                </a:solidFill>
                <a:latin typeface="Segoe UI Light"/>
              </a:rPr>
              <a:t>A face has no secondary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India's 2025 concert season: bots made artificial shortages, ₹2,000 tickets resold for lakhs, and fans reached gates with duplicate tickets and invalid QR codes.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8488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07007" y="69768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353312" y="69768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1216151" y="7159752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268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Nothing to 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You cannot bulk-buy a face or list it on a resale site.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556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76960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961632" y="684885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034784" y="6995160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34784" y="7086600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6960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Nothing to screenshot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960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QR is an image. An image travels on WhatsApp.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22248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60652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780264" y="686714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12889992" y="7086600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0652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value stays yours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652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pass is worth something only to the fan who paid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480560"/>
          </a:xfrm>
          <a:prstGeom prst="roundRect">
            <a:avLst>
              <a:gd name="adj" fmla="val 40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1536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15361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0" i="0">
                <a:solidFill>
                  <a:srgbClr val="FFFFFF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257800"/>
            <a:ext cx="11887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C6BEE2"/>
                </a:solidFill>
                <a:latin typeface="Segoe UI"/>
              </a:rPr>
              <a:t>The picture is destroyed at capture. What remains is an encrypted</a:t>
            </a:r>
          </a:p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C6BEE2"/>
                </a:solidFill>
                <a:latin typeface="Segoe UI"/>
              </a:rPr>
              <a:t>Biometric Key Signature — and it cannot be turned back into a 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858000"/>
            <a:ext cx="5516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106424" y="7415783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216151" y="7635240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81747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Opt-in, for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8705088"/>
            <a:ext cx="474878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QR lane exists anyway, so declining costs a fan nothing.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6858000"/>
            <a:ext cx="5516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25056" y="739749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130796" y="747064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144512" y="762609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81747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Expires with the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8705088"/>
            <a:ext cx="474878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 dormant database of 50,000 faces waiting to be breached.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6858000"/>
            <a:ext cx="5516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98552" y="758037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871704" y="7415783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606528" y="81747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Never a photo, ever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06528" y="8705088"/>
            <a:ext cx="474878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stolen database is Biometric Keys — not pictures of your fans.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800" b="0" i="0">
                <a:solidFill>
                  <a:srgbClr val="221C36"/>
                </a:solidFill>
                <a:latin typeface="Segoe UI Light"/>
              </a:rPr>
              <a:t>One lane. One city. Time both.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Six cities a year is six cheap chances to test this before committing a season.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848856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7205472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Tablets on stands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They arrive in flight cases, go up in an hour, come down Sunday night.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86714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272528" y="686714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7053072" y="7068312"/>
            <a:ext cx="1828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Beside your scanners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face lane next to the normal doors. Nothing else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80264" y="686714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7086600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Opt-in at checkout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Many will pick it purely to skip the 20-minute buffer.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7190720" cy="420624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1536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6200" b="0" i="0">
                <a:solidFill>
                  <a:srgbClr val="4C1D95"/>
                </a:solidFill>
                <a:latin typeface="Segoe UI Light"/>
              </a:rPr>
              <a:t>One pass.</a:t>
            </a:r>
          </a:p>
          <a:p>
            <a:pPr algn="ctr">
              <a:lnSpc>
                <a:spcPct val="108000"/>
              </a:lnSpc>
            </a:pPr>
            <a:r>
              <a:rPr sz="6200" b="0" i="0">
                <a:solidFill>
                  <a:srgbClr val="4C1D95"/>
                </a:solidFill>
                <a:latin typeface="Segoe UI Light"/>
              </a:rPr>
              <a:t>One person.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39496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50" b="0" i="0">
                <a:solidFill>
                  <a:srgbClr val="4C1D95"/>
                </a:solidFill>
                <a:latin typeface="Segoe UI"/>
              </a:rPr>
              <a:t>Walk-through entry, passes that cannot be lent, verified players —</a:t>
            </a:r>
          </a:p>
          <a:p>
            <a:pPr algn="ctr">
              <a:lnSpc>
                <a:spcPct val="140000"/>
              </a:lnSpc>
            </a:pPr>
            <a:r>
              <a:rPr sz="1750" b="0" i="0">
                <a:solidFill>
                  <a:srgbClr val="4C1D95"/>
                </a:solidFill>
                <a:latin typeface="Segoe UI"/>
              </a:rPr>
              <a:t>and a queue that stops being the 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720840"/>
            <a:ext cx="55168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71048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727862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749807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8037575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What it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8567928"/>
            <a:ext cx="47487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20-minute buffer, wristband stock in six cities, resold passes, and attendance nobody can defend.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6720840"/>
            <a:ext cx="55168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71048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726033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43928" y="738835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190232" y="738835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053072" y="7571231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8037575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What it will not 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8567928"/>
            <a:ext cx="47487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does not work through a helmet. The cosplay lane is permanent.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6720840"/>
            <a:ext cx="55168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71048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61976" y="726033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2967716" y="733348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12981432" y="748893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06528" y="8037575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How to 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6528" y="8567928"/>
            <a:ext cx="47487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face lane, one city, opt-in at checkout — and time both lanes.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Every number here is sourced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8828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Segoe UI"/>
              </a:rPr>
              <a:t>Mumbai Comic Con 2025 — 54,000+ visitors, 5,000+ cosplayer sign-ups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0" y="4754880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480"/>
                </a:solidFill>
                <a:latin typeface="Consolas"/>
              </a:rPr>
              <a:t>nodwingaming.com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3153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Segoe UI"/>
              </a:rPr>
              <a:t>Bengaluru Comic Con 2025 — 50,000+ footfall over two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0" y="5303520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480"/>
                </a:solidFill>
                <a:latin typeface="Consolas"/>
              </a:rPr>
              <a:t>in.eventfaqs.com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9801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Segoe UI"/>
              </a:rPr>
              <a:t>Comic Con India — 300,000+ across metro events in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0" y="5852160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480"/>
                </a:solidFill>
                <a:latin typeface="Consolas"/>
              </a:rPr>
              <a:t>respawn.outlookindia.com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52881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64008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Segoe UI"/>
              </a:rPr>
              <a:t>“Arrive a minimum of 20 minutes prior… physical wristbands”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0" y="6400800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480"/>
                </a:solidFill>
                <a:latin typeface="Consolas"/>
              </a:rPr>
              <a:t>comicconindia.com/faqs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70774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94944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Segoe UI"/>
              </a:rPr>
              <a:t>DreamHack India — combined prize pool above ₹45 lakh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0" y="6949440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480"/>
                </a:solidFill>
                <a:latin typeface="Consolas"/>
              </a:rPr>
              <a:t>insidesport.in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76260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7498079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Segoe UI"/>
              </a:rPr>
              <a:t>Esports identity attacks — personification, ban evasion, boosting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0" y="7498079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480"/>
                </a:solidFill>
                <a:latin typeface="Consolas"/>
              </a:rPr>
              <a:t>gamersafer.com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817473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4400" y="80467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Segoe UI"/>
              </a:rPr>
              <a:t>Karnataka crowd-management SOP — capacity, monitoring, access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0" y="8046720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480"/>
                </a:solidFill>
                <a:latin typeface="Consolas"/>
              </a:rPr>
              <a:t>siasat.com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87233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" y="859536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Segoe UI"/>
              </a:rPr>
              <a:t>2025 resale season — duplicate tickets, invalid QR codes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0" y="8595360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480"/>
                </a:solidFill>
                <a:latin typeface="Consolas"/>
              </a:rPr>
              <a:t>business-standard.com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